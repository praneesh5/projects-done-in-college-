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0" r:id="rId3"/>
    <p:sldId id="285" r:id="rId4"/>
    <p:sldId id="259" r:id="rId5"/>
    <p:sldId id="291" r:id="rId6"/>
    <p:sldId id="260" r:id="rId7"/>
    <p:sldId id="261" r:id="rId8"/>
    <p:sldId id="264" r:id="rId9"/>
    <p:sldId id="290" r:id="rId10"/>
    <p:sldId id="287" r:id="rId11"/>
    <p:sldId id="283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7559D-D153-4028-BADB-201DE59BC1B9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7E42A-3144-4CCA-A3B3-6CFAD2B9FE4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331774"/>
            <a:ext cx="11064240" cy="152590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7" name="Rectangle 6"/>
          <p:cNvSpPr/>
          <p:nvPr/>
        </p:nvSpPr>
        <p:spPr>
          <a:xfrm>
            <a:off x="356235" y="2148205"/>
            <a:ext cx="11252200" cy="41065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en-US" sz="2800" b="1" dirty="0">
                <a:latin typeface="Times New Roman" panose="02020603050405020304" charset="0"/>
                <a:cs typeface="Times New Roman" panose="02020603050405020304" charset="0"/>
              </a:rPr>
              <a:t> Employee Database using Binary Search Tree</a:t>
            </a:r>
          </a:p>
          <a:p>
            <a:pPr algn="ctr">
              <a:lnSpc>
                <a:spcPct val="120000"/>
              </a:lnSpc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Present by</a:t>
            </a:r>
          </a:p>
          <a:p>
            <a:pPr algn="ctr">
              <a:lnSpc>
                <a:spcPct val="120000"/>
              </a:lnSpc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Praneesh.A(192571006)</a:t>
            </a:r>
          </a:p>
          <a:p>
            <a:pPr algn="ctr">
              <a:lnSpc>
                <a:spcPct val="120000"/>
              </a:lnSpc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Suman Raj.R(</a:t>
            </a:r>
            <a:r>
              <a:rPr lang="en-US" altLang="en-US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192571010</a:t>
            </a:r>
            <a:r>
              <a:rPr lang="en-IN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lang="en-IN" sz="28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Santha Kumar.D(192571028)</a:t>
            </a:r>
          </a:p>
          <a:p>
            <a:pPr algn="ctr">
              <a:lnSpc>
                <a:spcPct val="120000"/>
              </a:lnSpc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      COURSE:CSA0238</a:t>
            </a:r>
            <a:r>
              <a:rPr lang="en-IN" sz="2800" dirty="0">
                <a:latin typeface="Times New Roman" panose="02020603050405020304" charset="0"/>
                <a:cs typeface="Times New Roman" panose="02020603050405020304" charset="0"/>
              </a:rPr>
              <a:t>-Data Structure For Searching Algorithm </a:t>
            </a:r>
          </a:p>
          <a:p>
            <a:pPr algn="ctr">
              <a:lnSpc>
                <a:spcPct val="120000"/>
              </a:lnSpc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Guided by:</a:t>
            </a:r>
          </a:p>
          <a:p>
            <a:pPr algn="ctr">
              <a:lnSpc>
                <a:spcPct val="120000"/>
              </a:lnSpc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Dr.R.Jeena</a:t>
            </a:r>
          </a:p>
          <a:p>
            <a:pPr algn="ctr">
              <a:lnSpc>
                <a:spcPct val="120000"/>
              </a:lnSpc>
            </a:pPr>
            <a:r>
              <a:rPr lang="en-IN" sz="2800" b="1" dirty="0">
                <a:latin typeface="Times New Roman" panose="02020603050405020304" charset="0"/>
                <a:cs typeface="Times New Roman" panose="02020603050405020304" charset="0"/>
              </a:rPr>
              <a:t>Dr.M.Manikandan</a:t>
            </a:r>
          </a:p>
          <a:p>
            <a:pPr algn="ctr">
              <a:lnSpc>
                <a:spcPct val="120000"/>
              </a:lnSpc>
            </a:pPr>
            <a:endParaRPr lang="en-IN" sz="28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933575" y="2531110"/>
            <a:ext cx="910174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6566" y="191626"/>
            <a:ext cx="5039360" cy="1325880"/>
          </a:xfrm>
        </p:spPr>
        <p:txBody>
          <a:bodyPr/>
          <a:lstStyle/>
          <a:p>
            <a:r>
              <a:rPr lang="en-IN" altLang="en-US" b="1" dirty="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64659AC-9D5A-D267-9B98-CD8FC87BA2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655" y="1903842"/>
            <a:ext cx="11754046" cy="5453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Traditional methods of storing employee information become inefficient as data grows. Searching, updating, and managing records using linear structures takes more time. 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Binary Search Tree (BST) provides an organized and faster way to store employee data based on Employee ID.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data in sorted form automatically.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organizations manage large employee databases more efficiently.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practical application of data structures in real-world systems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an organized employee database using BST.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store, retrieve, and update employee details quickly.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employee records in sorted order.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time complexity compared to linear search methods.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scalable and easy-to-understand data management system.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8A46CFE-C4B5-CF10-BBCF-5BAC4450A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82371-B90B-FA15-354B-DC0CCDB11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B559E5-782B-4196-F18F-ECB2B718CAEA}"/>
              </a:ext>
            </a:extLst>
          </p:cNvPr>
          <p:cNvSpPr txBox="1"/>
          <p:nvPr/>
        </p:nvSpPr>
        <p:spPr>
          <a:xfrm>
            <a:off x="2332935" y="191626"/>
            <a:ext cx="64778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E584D8-AF46-D88B-1713-9B75D25CC396}"/>
              </a:ext>
            </a:extLst>
          </p:cNvPr>
          <p:cNvSpPr txBox="1"/>
          <p:nvPr/>
        </p:nvSpPr>
        <p:spPr>
          <a:xfrm>
            <a:off x="164468" y="1722755"/>
            <a:ext cx="11869420" cy="5135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data is often managed manually or stored in unsorted lists.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for specific employee details becomes slow and inefficient as data grows.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or deleting records requires scanning the entire dataset, increasing time and effort.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structured system leads to errors, data duplication, and difficulty in maintaining accurate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data management affects decision-making and overall organizational productivity.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 Automated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automated system is required to store employee information in a structured and organized manner.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allow fast search, insert, update, and delete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handle increasing volumes of employee data without performance loss.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Binary Search Tree (BST) ensures sorted data storage and improves retrieval speed.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reduces human error, improves accuracy, and enhances data management efficiency.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DD3642-F348-873A-C35B-5E9B65C562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ED16FE-1398-2258-7288-585AF0B45A5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774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3D79602C-8820-956B-9C92-04CC5592A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446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0318" y="191626"/>
            <a:ext cx="757775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AND OBJECTIVE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4465" y="1600200"/>
            <a:ext cx="11869420" cy="5135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Automating Student, Staff, and Event Management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aims to automate core operations related to students, staff, and event records, reducing manual work and improving accuracy.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Real-Time Information Access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structure allows quick retrieval of details, ensuring that users can access updated information instantly.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Secure and Efficient Database Usage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maintaining data integrity, preventing unauthorized access, and ensuring smooth and efficient handling of large datasets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automated system that manages student, staff, and event records effectively.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offer fast and real-time access to information using a structured data approach.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secure method for storing and handling records.</a:t>
            </a:r>
            <a:r>
              <a:rPr lang="en-US" sz="2400" dirty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AutoShape 6">
            <a:extLst>
              <a:ext uri="{FF2B5EF4-FFF2-40B4-BE49-F238E27FC236}">
                <a16:creationId xmlns:a16="http://schemas.microsoft.com/office/drawing/2014/main" id="{E6B8A911-A8DE-A005-CF2B-1C4EB21CC4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B61DDCC-4F74-7C64-518C-065CE4159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484523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Secure and Efficient Database Usage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AF5032-81FA-63B8-4A65-2FD9D75A2A2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FC89C6-2954-030B-B2DF-C35A1AD69E3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99FD1F-8AD3-69A5-F4A7-5E78B05755C6}"/>
              </a:ext>
            </a:extLst>
          </p:cNvPr>
          <p:cNvSpPr txBox="1"/>
          <p:nvPr/>
        </p:nvSpPr>
        <p:spPr>
          <a:xfrm>
            <a:off x="2844800" y="191626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65E00F-21B8-F22D-30A4-FC93B70CD4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556" y="1515065"/>
            <a:ext cx="8487350" cy="525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2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" y="2155825"/>
            <a:ext cx="11808460" cy="4047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36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IN" altLang="en-US" sz="3600" b="1" dirty="0">
                <a:latin typeface="Times New Roman" panose="02020603050405020304" charset="0"/>
                <a:cs typeface="Times New Roman" panose="02020603050405020304" charset="0"/>
              </a:rPr>
              <a:t>                 </a:t>
            </a:r>
            <a:r>
              <a:rPr lang="en-US" sz="3600" b="1" dirty="0">
                <a:latin typeface="Times New Roman" panose="02020603050405020304" charset="0"/>
                <a:cs typeface="Times New Roman" panose="02020603050405020304" charset="0"/>
              </a:rPr>
              <a:t>MODULE 1</a:t>
            </a:r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IN" sz="3600" b="1" dirty="0"/>
              <a:t>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Insertion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altLang="en-US" sz="3600" dirty="0">
                <a:latin typeface="Times New Roman" panose="02020603050405020304" charset="0"/>
                <a:cs typeface="Times New Roman" panose="02020603050405020304" charset="0"/>
              </a:rPr>
              <a:t>                </a:t>
            </a:r>
            <a:r>
              <a:rPr lang="en-US" sz="3600" b="1" dirty="0">
                <a:latin typeface="Times New Roman" panose="02020603050405020304" charset="0"/>
                <a:cs typeface="Times New Roman" panose="02020603050405020304" charset="0"/>
              </a:rPr>
              <a:t>MODULE 2</a:t>
            </a:r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sz="3600" b="1" dirty="0"/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Module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MODULE 3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Tree Traversal </a:t>
            </a:r>
          </a:p>
          <a:p>
            <a:pPr algn="just"/>
            <a:r>
              <a:rPr lang="en-US" sz="3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06880" y="292295"/>
            <a:ext cx="8618220" cy="1470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</a:p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Insertion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sp>
        <p:nvSpPr>
          <p:cNvPr id="3" name="Text Box 2"/>
          <p:cNvSpPr txBox="1"/>
          <p:nvPr/>
        </p:nvSpPr>
        <p:spPr>
          <a:xfrm>
            <a:off x="357352" y="2059255"/>
            <a:ext cx="11244922" cy="4822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adding a new employee into the system.</a:t>
            </a: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details are inserted into the Binary Search Tree.</a:t>
            </a: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database remains sorted based on Employee ID.</a:t>
            </a:r>
          </a:p>
          <a:p>
            <a:pPr lvl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entries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93AE65-85C2-F88E-38E8-60BBCFE54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3887" y="1704502"/>
            <a:ext cx="5468113" cy="32770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6513" y="387011"/>
            <a:ext cx="8267929" cy="1327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2:Search Module </a:t>
            </a:r>
            <a:endParaRPr lang="en-US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264702" y="969108"/>
            <a:ext cx="11477296" cy="520255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find employee details quickly.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search is based on Employee ID using BST search logic.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Traverses left or right subtrees depending on comparison results.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full employee information once the record is found.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if an employee exists in the BST using ID.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ID is found → return the employee 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 found → return NULL.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BF0CAB-5A4A-2388-8E5B-C9DF6BF197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492" y="1714161"/>
            <a:ext cx="4931508" cy="51438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D4DB3B-A019-0003-425B-1B8AB077DEC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084963-E72E-6639-12C9-451E1BF526E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81C45A-687A-1845-394E-4C2C986AAAE3}"/>
              </a:ext>
            </a:extLst>
          </p:cNvPr>
          <p:cNvSpPr txBox="1"/>
          <p:nvPr/>
        </p:nvSpPr>
        <p:spPr>
          <a:xfrm>
            <a:off x="1609969" y="493736"/>
            <a:ext cx="89042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3:Tree Traversal 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F0177-47F6-EA88-5CAA-F520BDB646FF}"/>
              </a:ext>
            </a:extLst>
          </p:cNvPr>
          <p:cNvSpPr txBox="1"/>
          <p:nvPr/>
        </p:nvSpPr>
        <p:spPr>
          <a:xfrm>
            <a:off x="7816" y="1652987"/>
            <a:ext cx="11323145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Used to display all employee records in different orders.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three standard BST traversal methods: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In-order Traversal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employees in ascending sorted order.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Preorder Traversal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Useful for copying or saving the database structure.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Post-order Traversal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Useful for deleting nodes or analyzing the tree structure.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Provides a complete structural view of the employee database.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8550A-EFB2-BD96-048C-8AB0CFB77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028" y="1305375"/>
            <a:ext cx="5323420" cy="16097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AC1692-3E07-3DFC-0490-87FF417715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028" y="2915138"/>
            <a:ext cx="5279708" cy="15235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9D24F9-7B51-2C12-7E6F-9941D18E4B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568" y="4443261"/>
            <a:ext cx="4872167" cy="152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15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601B7-0CB5-4062-D086-B4418B40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71AD7-9CE9-02C0-264D-033A2D181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9615" y="365125"/>
            <a:ext cx="7238365" cy="1325880"/>
          </a:xfrm>
        </p:spPr>
        <p:txBody>
          <a:bodyPr/>
          <a:lstStyle/>
          <a:p>
            <a:r>
              <a:rPr lang="en-IN" dirty="0"/>
              <a:t>        </a:t>
            </a:r>
            <a:r>
              <a:rPr lang="en-IN" sz="4000" b="1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4000" b="1" dirty="0">
                <a:latin typeface="Times New Roman" panose="02020603050405020304" charset="0"/>
                <a:cs typeface="Times New Roman" panose="02020603050405020304" charset="0"/>
              </a:rPr>
              <a:t>Results &amp; Discussion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AAA39E-3574-F124-E62B-F6BE52B2A5F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9C163A-7BF9-C412-81FC-FD37B12B334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2253499-21BF-B653-A671-2197EFB8C4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2549" y="1786998"/>
            <a:ext cx="11846902" cy="3991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stores employee details using a Binary Search Tree structure.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insertion, search, and traversal operations work efficiently as per BST rules.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time significantly reduces compared to linear search methods.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In-order traversal displays employee records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order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Employee ID.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handles multiple employee entries without performance issues.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three modules—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Insertion, Search, Traversal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—function accurately and consistently.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4298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6850" y="365125"/>
            <a:ext cx="6605905" cy="1325880"/>
          </a:xfrm>
        </p:spPr>
        <p:txBody>
          <a:bodyPr/>
          <a:lstStyle/>
          <a:p>
            <a:r>
              <a:rPr sz="4000" b="1">
                <a:latin typeface="Times New Roman" panose="02020603050405020304" charset="0"/>
                <a:cs typeface="Times New Roman" panose="02020603050405020304" charset="0"/>
              </a:rP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047" y="1664530"/>
            <a:ext cx="11827510" cy="531460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large data volumes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number of employee records increases, tree balancing becomes more difficult.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Skewed Tree Problem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many employee IDs are inserted in sorted order, the BST becomes skewed like a linked list, reducing efficiency.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 and freeing nodes correctly is challenging and prone to errors in implementations.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Tree Shape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BST operations are fast only when the tree is balanced; unbalanced trees increase time complexity to O(n).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Database Features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support for advanced features like indexing, transactions, or concurrency found in real databases.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Security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BST structure does not offer built-in security or encryption for sensitive employee data.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8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80000"/>
              </a:lnSpc>
              <a:buNone/>
            </a:pP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4617B5A1-2482-6391-E8A4-F37D9601C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88682" y="354407"/>
            <a:ext cx="718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CONCLUSION</a:t>
            </a:r>
            <a:endParaRPr lang="en-IN" sz="4400" b="1" dirty="0"/>
          </a:p>
        </p:txBody>
      </p:sp>
      <p:sp>
        <p:nvSpPr>
          <p:cNvPr id="3" name="Rectangle 2"/>
          <p:cNvSpPr/>
          <p:nvPr/>
        </p:nvSpPr>
        <p:spPr>
          <a:xfrm>
            <a:off x="1135781" y="2274838"/>
            <a:ext cx="969264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endParaRPr lang="en-IN" sz="2000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sp>
        <p:nvSpPr>
          <p:cNvPr id="5" name="Text Box 4"/>
          <p:cNvSpPr txBox="1"/>
          <p:nvPr/>
        </p:nvSpPr>
        <p:spPr>
          <a:xfrm>
            <a:off x="125555" y="1736648"/>
            <a:ext cx="11908790" cy="4766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Employee Database system using a Binary Search Tree successfully demonstrates how data structures can be applied to efficiently manage organizational records.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BST approach provides faster insertion, searching, and traversal compared to linear data storage methods.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maintaining employee records in a sorted structure, the system ensures quick access and better data organization.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achieves its objectives by automating employee management and improving data retrieval performance.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the system has limitations such as dependency on tree balance, it still serves as an effective and scalable solution for small to medium-sized databases.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highlights the importance of structured data management and demonstrates how BSTs can simplify real-world record-handling tasks.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7794" y="500514"/>
            <a:ext cx="83643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REFERENCE</a:t>
            </a:r>
            <a:endParaRPr lang="en-IN" sz="4000" b="1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sp>
        <p:nvSpPr>
          <p:cNvPr id="5" name="Text Box 4"/>
          <p:cNvSpPr txBox="1"/>
          <p:nvPr/>
        </p:nvSpPr>
        <p:spPr>
          <a:xfrm>
            <a:off x="71686" y="1826895"/>
            <a:ext cx="11650345" cy="5031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Horowitz, E., Sahni, (2025)S., &amp; Anderson-Freed, S. </a:t>
            </a:r>
            <a:r>
              <a:rPr lang="en-US" sz="2000" i="1" dirty="0"/>
              <a:t>Fundamentals of Data Structures in C</a:t>
            </a:r>
            <a:r>
              <a:rPr lang="en-US" sz="2000" dirty="0"/>
              <a:t>. University Press.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Weiss, M. A.(2024) </a:t>
            </a:r>
            <a:r>
              <a:rPr lang="en-US" sz="2000" i="1" dirty="0"/>
              <a:t>Data Structures and Algorithm Analysis in C</a:t>
            </a:r>
            <a:r>
              <a:rPr lang="en-US" sz="2000" dirty="0"/>
              <a:t>. Pearson Education.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Kruse, R., Leung, B., &amp; Tondo,(2024) C. </a:t>
            </a:r>
            <a:r>
              <a:rPr lang="en-US" sz="2000" i="1" dirty="0"/>
              <a:t>Data Structures and Program Design in C</a:t>
            </a:r>
            <a:r>
              <a:rPr lang="en-US" sz="2000" dirty="0"/>
              <a:t>. Pearson.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Aho, A. V., Hopcroft, J. E., &amp; Ullman, J. (2023)D. </a:t>
            </a:r>
            <a:r>
              <a:rPr lang="en-US" sz="2000" i="1" dirty="0"/>
              <a:t>Data Structures and Algorithms</a:t>
            </a:r>
            <a:r>
              <a:rPr lang="en-US" sz="2000" dirty="0"/>
              <a:t>. Addison-Wesley.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Cormen, T. H., Leiserson, C. E., Rivest, R. L., &amp; Stein, (2025)C. </a:t>
            </a:r>
            <a:r>
              <a:rPr lang="en-US" sz="2000" i="1" dirty="0"/>
              <a:t>Introduction to Algorithms</a:t>
            </a:r>
            <a:r>
              <a:rPr lang="en-US" sz="2000" dirty="0"/>
              <a:t>. MIT Press.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Yedidyah Langsam, Augenstein, M. J., &amp; Tenenbaum, A. M.(2024)</a:t>
            </a:r>
            <a:r>
              <a:rPr lang="en-US" sz="2000" i="1" dirty="0"/>
              <a:t>Data Structures Using C and C++</a:t>
            </a:r>
            <a:r>
              <a:rPr lang="en-US" sz="2000" dirty="0"/>
              <a:t>. Pearson.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Lalit, K.(2025)</a:t>
            </a:r>
            <a:r>
              <a:rPr lang="en-US" sz="2000" i="1" dirty="0"/>
              <a:t>Data Structures Through C in Depth</a:t>
            </a:r>
            <a:r>
              <a:rPr lang="en-US" sz="2000" dirty="0"/>
              <a:t>. BPB Publications.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Geeks for Geeks.(2023)</a:t>
            </a:r>
            <a:r>
              <a:rPr lang="en-US" sz="2000" i="1" dirty="0"/>
              <a:t>Binary Search Tree – Concepts and Implementation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Tutorials Point.(2025) </a:t>
            </a:r>
            <a:r>
              <a:rPr lang="en-US" sz="2000" i="1" dirty="0"/>
              <a:t>Data Structures &amp; Algorithms – Binary Search Tree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IEEE Xplore Digital Library.(2025) </a:t>
            </a:r>
            <a:r>
              <a:rPr lang="en-US" sz="2000" i="1" dirty="0"/>
              <a:t>Research Articles on Efficient Tree-Based Data Management Systems</a:t>
            </a:r>
            <a:r>
              <a:rPr lang="en-US" sz="2000" dirty="0"/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9806" y="2252312"/>
            <a:ext cx="813334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/>
              <a:t>THANK YOU</a:t>
            </a:r>
            <a:endParaRPr lang="en-IN" sz="11500" b="1" dirty="0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1253</Words>
  <Application>Microsoft Office PowerPoint</Application>
  <PresentationFormat>Widescreen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Results &amp; Discussion</vt:lpstr>
      <vt:lpstr>Challenges &amp; Limitations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jeevan k</dc:creator>
  <cp:lastModifiedBy>Praneesh .A</cp:lastModifiedBy>
  <cp:revision>32</cp:revision>
  <dcterms:created xsi:type="dcterms:W3CDTF">2025-07-03T04:15:00Z</dcterms:created>
  <dcterms:modified xsi:type="dcterms:W3CDTF">2025-12-26T05:18:29Z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458B7E2C47D9496DB7EF26051887B7EE_12</vt:lpwstr>
  </property>
  <property fmtid="{D5CDD505-2E9C-101B-9397-08002B2CF9AE}" pid="3" name="KSOProductBuildVer">
    <vt:lpwstr>1033-12.2.0.22549</vt:lpwstr>
  </property>
</Properties>
</file>